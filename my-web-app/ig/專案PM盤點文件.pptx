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 PM 盤點文件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C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通用版 — 適用各類型專案接手 / 啟動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適用場景：接手進行中專案 ｜ 新專案啟動 ｜ 版本 v2.1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五大章節：盤點需求 → Spec → 設計 → 測試 → 上線收尾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文件架構總覽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" y="804672"/>
            <a:ext cx="1691640" cy="4114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" y="80467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8046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盤點需求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" y="151790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 &amp; 範圍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利害關係人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假設與限制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 &amp; 架構圖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資料欄位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缺口清單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時程 &amp; 驗收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風險清單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01952" y="804672"/>
            <a:ext cx="1691640" cy="4114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01952" y="80467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1901952" y="8046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804672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151790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/ BRD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/ Functional Spec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/ UI Spec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Mapping / ETL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12464" y="804672"/>
            <a:ext cx="1691640" cy="4114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80467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8046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87952" y="804672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2192" y="151790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 開發文件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環境清單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Log 變更請求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22976" y="804672"/>
            <a:ext cx="1691640" cy="4114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22976" y="80467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522976" y="8046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98464" y="804672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32704" y="151790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測試計畫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測試案例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SIT/UAT 記錄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Log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回歸測試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33488" y="804672"/>
            <a:ext cx="1691640" cy="4114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33488" y="80467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8046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08976" y="804672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上線收尾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43216" y="151790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上線計畫 &amp; 回滾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溝通計畫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平行運行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教育訓練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維運交接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D948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盤點需求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Audit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 ｜ 利害關係人 ｜ 假設限制 ｜ 畫面 ｜ 架構圖 ｜ 資料欄位 ｜ 缺口 ｜ 時程 ｜ 驗收 ｜ 風險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盤點需求 – 十大檢查項目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28600" y="804672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80467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" y="804672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" y="822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專案目標 &amp; 範圍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987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業務目標、導入範圍邊界、成功指標（KPI/OKR）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23444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" y="1234440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" y="12527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利害關係人清單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1417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Map：決策者、使用者、各方窗口聯絡方式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" y="1664208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" y="16824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假設與限制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&amp; Constraints：前提假設、預算/時程/技術限制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093976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09397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" y="2093976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2112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畫面盤點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2276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現有畫面截圖、新舊畫面對照清單、UI 變更需求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523744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52374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" y="252374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" y="27066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系統整體架構、模組介接關係、資料流向圖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804672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0467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804672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48072" y="822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資料欄位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48072" y="987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欄位名稱、格式、必填規則、來源系統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1234440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23444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18304" y="1234440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48072" y="12527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缺口清單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48072" y="1417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目前缺乏的文件、資料、決策或確認事項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664208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166420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718304" y="1664208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48072" y="16824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時程規劃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48072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剩餘里程碑、截止日、緩衝時間、依賴關係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093976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09397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718304" y="2093976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48072" y="2112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驗收標準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48072" y="2276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Deliverable 的 Definition of Done（DoD）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2523744"/>
            <a:ext cx="42519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252374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4718304" y="252374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148072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風險清單（初版）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48072" y="27066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已知風險、發生機率、衝擊程度、初步應對方向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C3A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｜ SRS ｜ API Spec ｜ DB Schema ｜ Wireframe ｜ UI Spec ｜ Data Dictionary ｜ ETL Spec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種類全覽 – 依面向分類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82880" y="804672"/>
            <a:ext cx="2103120" cy="40690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04672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1508760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6D28D9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54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寫｜要做什麼、為什麼做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2624328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6D28D9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6700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944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寫｜系統要怎麼行為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3739896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6D28D9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37856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Spec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" y="405993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每個功能詳細規格（可併入SRS）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804672"/>
            <a:ext cx="2103120" cy="40690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804672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87168" y="1508760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1D4ED8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1554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 / TDD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42032" y="18288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開發寫｜怎麼實作、架構決策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87168" y="2624328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1D4ED8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26700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42032" y="2944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 params  response  error code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87168" y="3739896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1D4ED8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542032" y="37856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42032" y="405993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資料表結構、欄位定義、index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804672"/>
            <a:ext cx="2103120" cy="40690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804672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 / 互動面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81728" y="1508760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554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36592" y="18288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低保真｜確認流程與佈局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2624328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26700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/ Prototype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36592" y="2944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高保真｜確認視覺與互動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3739896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0891B2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37856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Spec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36592" y="405993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元件尺寸、顏色、行為規範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804672"/>
            <a:ext cx="2103120" cy="40690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804672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資料面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76288" y="1508760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D97706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31152" y="1554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31152" y="18288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每個欄位的定義、格式、值域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76288" y="2624328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D97706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931152" y="26700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Mapping Table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931152" y="29443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 vs 目標欄位對應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76288" y="3739896"/>
            <a:ext cx="1883664" cy="1005840"/>
          </a:xfrm>
          <a:prstGeom prst="roundRect">
            <a:avLst>
              <a:gd name="adj" fmla="val 6364"/>
            </a:avLst>
          </a:prstGeom>
          <a:solidFill>
            <a:srgbClr val="D97706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31152" y="37856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Spec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931152" y="405993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資料轉換邏輯（資料移轉必備）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與開會 PPT 的關係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開會 PPT 的角色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摘要、重點、待確認事項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讓與會者 30 分鐘內對齊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結尾放「本次需要決定的事」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開會前寄出，帶節奏用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804672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804672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804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Spec 的角色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完整細節的參考文件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會前寄出讓大家先看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開會時對著細節討論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會後更新，記錄決議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33672" y="1691640"/>
            <a:ext cx="685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33672" y="14813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1A2B4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718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開會 PPT 結構（Spec Review 會議範例）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95020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會議目的 &amp; 議程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84248" y="38404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48840" y="3547872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214884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21992" y="395020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背景說明（30秒看懂）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75888" y="38404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0" y="3547872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13632" y="395020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重點摘要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38404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32120" y="3547872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05272" y="395020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 待決定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59168" y="38404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3547872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584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96912" y="395020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時程 &amp; 下一步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各類型會議 → 抽哪些 Spec 做摘要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82880" y="822960"/>
            <a:ext cx="2057400" cy="4069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229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需求確認會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抽這些 Spec 做摘要 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8288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/ BRD 功能範圍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25146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關鍵畫面截圖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32004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273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假設與限制清單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38862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959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缺口清單（待決策事項）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5728" y="822960"/>
            <a:ext cx="2057400" cy="4069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95728" y="8229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2487168" y="822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技術設計會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87168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抽這些 Spec 做摘要 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05456" y="18288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D4ED8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78608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05456" y="25146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D4ED8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78608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 關鍵介面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05456" y="32004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D4ED8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3273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 主要資料表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05456" y="38862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D4ED8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578608" y="3959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技術風險清單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08576" y="822960"/>
            <a:ext cx="2057400" cy="4069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8229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00016" y="822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/ 驗收會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0016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抽這些 Spec 做摘要 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18304" y="18288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驗收標準 DoD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18304" y="25146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測試案例通過率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18304" y="32004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3273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未解決 Defect Log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18304" y="38862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91456" y="3959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上線條件 Checklist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21424" y="822960"/>
            <a:ext cx="2057400" cy="4069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21424" y="8229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822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上線前會議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12864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抽這些 Spec 做摘要 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31152" y="18288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004304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上線計畫時間軸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31152" y="25146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04304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觸發條件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31152" y="32004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004304" y="3273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緊急聯絡清單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31152" y="3886200"/>
            <a:ext cx="1837944" cy="566928"/>
          </a:xfrm>
          <a:prstGeom prst="roundRect">
            <a:avLst>
              <a:gd name="adj" fmla="val 11290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04304" y="39593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 清單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82880" y="4663440"/>
            <a:ext cx="8778240" cy="320040"/>
          </a:xfrm>
          <a:prstGeom prst="roundRect">
            <a:avLst>
              <a:gd name="adj" fmla="val 20000"/>
            </a:avLst>
          </a:prstGeom>
          <a:solidFill>
            <a:srgbClr val="1A2B4C">
              <a:alpha val="12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PPT 永遠是文件的摘要，不是文件本身。Spec 更新後，PPT 也要同步更新。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D4ED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Documents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 開發文件 ｜ 環境清單 ｜ Change Request Log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設計文件 – 三大交付物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技術開發文件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系統架構設計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規格 Request/Response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 Schema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第三方介接說明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技術決策記錄（ADR）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82296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3218688" y="822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68496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環境清單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/ Staging / Prod URL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帳號密碼管理方式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部署流程說明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環境差異注意事項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82296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822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12864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變更請求 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編號、申請日、申請人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變更說明與影響範圍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評估工時/費用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核准狀態 &amp; 簽核人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Documents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測試計畫 ｜ 測試案例 ｜ 測試資料 ｜ SIT / UAT 記錄 ｜ Defect Log ｜ 回歸測試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測試文件 – 六大交付物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82880" y="80467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804672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04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80467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測試計畫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測試範圍與策略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 &amp; 資源需求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進入/退出條件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時程規劃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80467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804672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804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80467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測試案例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正常/異常流程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邊界值測試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每筆含預期結果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優先序標注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80467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04672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804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80467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測試資料清單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測試帳號清單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假資料建立方式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資料重置 SOP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保密/遮罩規則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8346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8346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834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系統整合測試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跨模組/跨系統測試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串接驗證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通過/失敗紀錄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開發端簽核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28346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28346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2834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使用者驗收測試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業務端執行腳本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Log 缺陷清單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 重測記錄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客戶簽核確認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8346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28346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2834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回歸測試範圍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核心功能清單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每次上版必測項目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自動化/手動分工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回歸通過標準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0B98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上線與收尾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Project Closure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上線計畫 ｜ 溝通計畫 ｜ 平行運行 ｜ 教育訓練 ｜ 維運交接 ｜ 觀察期 ｜ Retro ｜ 結案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上線與收尾 – 八大交付物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37160" y="804672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" y="804672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8046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046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上線計畫 &amp; 回滾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切換日/時間窗口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上線前 Checklist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觸發條件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緊急聯絡清單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804672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804672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8046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8046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溝通計畫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32588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對內公告（時間/對象）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對外公告（客戶/使用者）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預備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停機/異常說明範本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804672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804672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8046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8046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平行運行記錄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32588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新舊系統同跑期間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資料比對報告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差異處理記錄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平行結束確認簽核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804672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804672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8046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43800" y="8046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教育訓練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32588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使用者操作手冊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管理者/IT 手冊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訓練課程記錄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彙整文件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" y="278892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" y="2788920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" y="27889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7889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維運交接文件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3310128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系統管理員指南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常見問題 SOP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 &amp; 告警設定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廠商聯絡資訊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78892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0" y="2788920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0" y="27889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27889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上線後觀察 Checklist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3310128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觀察期（建議1–2週）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每日觀察項目清單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異常回報流程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穩定宣告標準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78892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2788920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27889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27889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310128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做得好（Keep）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需改進（Improve）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下次嘗試（Try）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團隊共識記錄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278892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788920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1A2B4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27889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27889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結案報告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3310128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專案成果總結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預算 vs 實際執行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客戶驗收簽核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文件狀態追蹤表（範本）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13232"/>
          <a:ext cx="8778240" cy="425196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188720"/>
                <a:gridCol w="2560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文件名稱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負責人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截止日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狀態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 / 卡點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利害關係人清單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盤點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已確認所有窗口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產品需求文件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/ 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v1.2 已簽核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SRS 系統規格書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第3節待客戶確認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後端Lead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認證模組待補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Wireframe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UI設計師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v2.1 已PM簽核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欄位對應表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+ DBA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等客戶提供來源欄位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Log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持續更新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CR-003 審核中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測試計畫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等SRS完成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測試腳本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+ 業務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上線計畫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收尾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Retrospective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收尾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PM（全員）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上線後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接手專案的黃金法則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先盤點，後規劃 — 搞清楚現況再承諾任何時程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10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是溝通工具，不是終點 — 粗稿先行，開會後迭代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780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7802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Log 是接手核武 — 沒有它，你不知道為什麼長這樣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455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1455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開會 PPT 抽 Spec 重點，決議回寫進 Spec — 永遠保持同步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1696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完美是完成的敵人 — 先有粗稿，再迭代完善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專案PM盤點文件 通用版 v2.1</dc:title>
  <dc:subject>PptxGenJS Presentation</dc:subject>
  <dc:creator>PptxGenJS</dc:creator>
  <cp:lastModifiedBy>PptxGenJS</cp:lastModifiedBy>
  <cp:revision>1</cp:revision>
  <dcterms:created xsi:type="dcterms:W3CDTF">2026-06-28T10:06:52Z</dcterms:created>
  <dcterms:modified xsi:type="dcterms:W3CDTF">2026-06-28T10:06:52Z</dcterms:modified>
</cp:coreProperties>
</file>